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7EC"/>
    <a:srgbClr val="FFCCCC"/>
    <a:srgbClr val="F3A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6AC08-D6AC-59EA-6341-02543FDAD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834BBE-456C-6B9C-2F21-F5702DCD5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7592B5-A196-4DCE-3038-E399EA89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6803F7-B33B-C13A-8E06-C62F54C9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9A2AF8-84CF-0B93-74ED-ED3F2F6B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47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43BBC-97BC-0446-95C5-EDAF1A53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BAD88-B67F-EDB7-3FDC-84B24B5B5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314CA5-FAD8-52CF-0123-4B9CB6B6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3EB334-1398-24D6-96B3-9235F4AC2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A60277-823F-669B-CED7-B3F32119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59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4A4D4-51F2-2EF3-68C0-0898110A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089145-58ED-77C0-DDFB-0C6888AF0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1C0F8E-C77D-6BF3-624A-AF02F972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14AF72-A5D5-B173-6C0C-A7A601BA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496ED4-8912-5583-C8F8-5B67C0CA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52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6C6E5B-CC6B-2324-6561-CC508215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1D56E1-6C3C-9777-D7D6-71747BEEE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701D83-2655-3B1C-70DB-0A1B852FB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A97A92-63F2-D26F-739D-8CEBD8ECA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55A5BC-7587-EC33-1933-36A16D06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C1A00E-E197-10AA-E471-C47B77C9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85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FFCB6-B2E8-B5E9-26D2-1589DDA1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D2B83F-CD84-BA5C-DEBA-7F4C2D0DE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2B66E8-DE69-1E2A-8EA8-3AAFEE0B9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08B147-F228-54C0-8096-871B665D6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98808B-3DE4-A259-E63E-358148450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5C07D4-CD33-ACAD-E95C-6B424C4A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ED071C3-7F01-A36F-5C92-C790D226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D4DA883-92BD-449D-79B9-FDD00C85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46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DF2B8-00D5-B2A2-3B64-A56294A3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FA7D5E1-ECBD-7B25-05EB-E55104B6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E86103-044B-49D6-458B-8FE35D90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48F514-90F6-AB4A-0589-60641D8B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44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212621-A201-8FA1-C9F5-BC133A71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09B72F-EB57-80CE-DEC3-1DC7FEEF0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639F80-EBC5-08FD-F558-7335E3EC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10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CE793-2315-F463-493A-F8805384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29A23-C2EF-1D4B-933E-C55D9A8F2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89F863-D93C-F013-23E2-7D2E75F5A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D963B0-210B-2DC5-1885-6EEF83F5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20068C-CA3D-27C1-FAD9-96ECC0AE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CE0639-DCD6-D99E-C288-64045377A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76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B6094-75F1-E04C-9643-E7917FC3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A5671D-0480-04C8-7B9E-8C37473CE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20CF2C-EFA6-988B-5B89-B43FB1036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9645D4-74AE-276F-F1EA-F723F9C8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47C5CE-9505-21FD-7614-DB92482C8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0AF6FF-0440-3B56-C7CF-6EA3C723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57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5CFCD-E678-3E02-D216-DCEF7CE3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BCFD29-6D16-545F-1DAA-67BC9D2A7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3E720A-2C69-5887-EF10-93F07830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CF1860-D6BA-DD18-3491-FC19012F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7100D4-EA45-BE7D-5144-99584F2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15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A51EEAF-C1F4-9D50-83FE-ECBBC94A6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F88EC3-EA87-9A2A-42AE-70F24CEFE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49091C-F724-8489-AF1D-70A99914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ED4981-C16B-F2A7-1F53-6FFFF03B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D0E219-E81C-4A9E-CB98-24DE0339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98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74C7A-C586-BB46-AA9F-CF75E690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74821C-965B-02D5-1B75-E6A6072AF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EBF662-5241-ACA0-8DCC-89966FCBE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AD951-4E97-4FCE-9D78-D07DC6E5AF06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A9F30A-A08D-5EB5-2E4C-CC759BD4F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BAD381-6A8F-D29A-1AB7-A421AB0EC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68BE8-CD64-4F13-AE19-E87D42F09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63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07140D-51EF-7A8A-D752-8F3B1EF38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" b="1606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effectLst>
            <a:reflection blurRad="1092200" stA="46000" endPos="0" dist="50800" dir="5400000" sy="-100000" algn="bl" rotWithShape="0"/>
          </a:effec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5B9C4A6-757C-E7DB-69AD-D397A7054B90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rgbClr val="FEF7EC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A3B7F-654A-F925-6D0D-987935AB0B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highlight>
                  <a:srgbClr val="FEF7EC"/>
                </a:highlight>
                <a:latin typeface="Franklin Gothic Medium" panose="020B0603020102020204" pitchFamily="34" charset="0"/>
              </a:rPr>
              <a:t>Планировщик питания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D01335-FB6F-612A-B6D2-84706E5934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highlight>
                  <a:srgbClr val="FEF7EC"/>
                </a:highlight>
                <a:latin typeface="Georgia" panose="02040502050405020303" pitchFamily="18" charset="0"/>
              </a:rPr>
              <a:t>Брифинг «Я понял проект, как…»</a:t>
            </a:r>
          </a:p>
        </p:txBody>
      </p:sp>
    </p:spTree>
    <p:extLst>
      <p:ext uri="{BB962C8B-B14F-4D97-AF65-F5344CB8AC3E}">
        <p14:creationId xmlns:p14="http://schemas.microsoft.com/office/powerpoint/2010/main" val="204791991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727E10-D765-CCE5-637E-A05784D9D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5" t="15625" b="4879"/>
          <a:stretch>
            <a:fillRect/>
          </a:stretch>
        </p:blipFill>
        <p:spPr>
          <a:xfrm rot="10800000">
            <a:off x="-5" y="0"/>
            <a:ext cx="12192001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205E90-BF3B-7DBE-FB89-1E8186330B7D}"/>
              </a:ext>
            </a:extLst>
          </p:cNvPr>
          <p:cNvSpPr/>
          <p:nvPr/>
        </p:nvSpPr>
        <p:spPr>
          <a:xfrm>
            <a:off x="431799" y="977899"/>
            <a:ext cx="11328401" cy="519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267BD-A33B-6FED-C513-7AC569919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520"/>
            <a:ext cx="10515600" cy="5445443"/>
          </a:xfrm>
        </p:spPr>
        <p:txBody>
          <a:bodyPr/>
          <a:lstStyle/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dirty="0">
                <a:latin typeface="Georgia" panose="02040502050405020303" pitchFamily="18" charset="0"/>
              </a:rPr>
              <a:t>	Первостепенная цель приложения – освободить время студентов и молодых специалистов для того, что действительно важно – карьеры, отношений, хобби, – убрав из их жизни ежедневную рутину принятия решений в сфере питания.</a:t>
            </a:r>
          </a:p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dirty="0">
                <a:latin typeface="Georgia" panose="02040502050405020303" pitchFamily="18" charset="0"/>
              </a:rPr>
              <a:t>	Проект задумывается не как генератор рецептов или калькулятор калорийности. Это персональный AI-нутрициолог, который решает проблему баланса между временем, бюджетом и здоровьем. </a:t>
            </a:r>
            <a:endParaRPr lang="en-US" dirty="0">
              <a:latin typeface="Georgia" panose="02040502050405020303" pitchFamily="18" charset="0"/>
            </a:endParaRPr>
          </a:p>
          <a:p>
            <a:pPr marL="0" indent="0" algn="r">
              <a:buNone/>
            </a:pPr>
            <a:r>
              <a:rPr lang="ru-RU" sz="2400" dirty="0">
                <a:latin typeface="Georgia" panose="02040502050405020303" pitchFamily="18" charset="0"/>
              </a:rPr>
              <a:t>Медведева Софья, </a:t>
            </a:r>
            <a:r>
              <a:rPr lang="en-US" sz="2400" dirty="0">
                <a:latin typeface="Georgia" panose="02040502050405020303" pitchFamily="18" charset="0"/>
              </a:rPr>
              <a:t>Product / VO</a:t>
            </a:r>
          </a:p>
        </p:txBody>
      </p:sp>
    </p:spTree>
    <p:extLst>
      <p:ext uri="{BB962C8B-B14F-4D97-AF65-F5344CB8AC3E}">
        <p14:creationId xmlns:p14="http://schemas.microsoft.com/office/powerpoint/2010/main" val="322196838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CF3C-BC1F-3464-CB50-605263FB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176535-479B-2FAA-EDB9-A1933F9AB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5" t="15625" b="4879"/>
          <a:stretch>
            <a:fillRect/>
          </a:stretch>
        </p:blipFill>
        <p:spPr>
          <a:xfrm rot="10800000">
            <a:off x="-5" y="0"/>
            <a:ext cx="12192001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8BA6D56-8FE2-AF55-FC90-3508B84F1E98}"/>
              </a:ext>
            </a:extLst>
          </p:cNvPr>
          <p:cNvSpPr/>
          <p:nvPr/>
        </p:nvSpPr>
        <p:spPr>
          <a:xfrm>
            <a:off x="431799" y="977899"/>
            <a:ext cx="11328401" cy="5335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B6C4BF-3050-7830-FF75-C942F66EC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520"/>
            <a:ext cx="10515600" cy="544544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dirty="0">
                <a:latin typeface="Georgia" panose="02040502050405020303" pitchFamily="18" charset="0"/>
              </a:rPr>
              <a:t>	Приложение направлено на помощь человеку питаться под его конкретную цель и бюджет без трудных расчетов. Сложность заключается в составлении меню – это не просто текст, а сопоставление калорий, цен, вкусов и сроков годности.</a:t>
            </a:r>
          </a:p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dirty="0">
                <a:latin typeface="Georgia" panose="02040502050405020303" pitchFamily="18" charset="0"/>
              </a:rPr>
              <a:t>	Видение с позиции AI-инженера – LLM отвечает за смыслы (рецепты, вкусы, объяснения), а отдельный алгоритмический слой – за расчёты (калории, бюджет, остатки). Иначе модель будет часто галлюцинировать в цифрах, и пользователь уйдёт с неверной суммой и неверными калориями.</a:t>
            </a:r>
          </a:p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  <a:p>
            <a:pPr marL="0" indent="0" algn="r">
              <a:buNone/>
            </a:pPr>
            <a:r>
              <a:rPr lang="ru-RU" sz="2600" dirty="0">
                <a:latin typeface="Georgia" panose="02040502050405020303" pitchFamily="18" charset="0"/>
              </a:rPr>
              <a:t>Черепова Анастасия, </a:t>
            </a:r>
            <a:r>
              <a:rPr lang="en-US" sz="2600" dirty="0">
                <a:latin typeface="Georgia" panose="02040502050405020303" pitchFamily="18" charset="0"/>
              </a:rPr>
              <a:t>AI Engineer</a:t>
            </a:r>
          </a:p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393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3FB1B-D17A-85BE-8EF1-9E07A3DDB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2A0070-7EB3-3EED-ADD5-2EDFCDF0C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5" t="15625" b="4879"/>
          <a:stretch>
            <a:fillRect/>
          </a:stretch>
        </p:blipFill>
        <p:spPr>
          <a:xfrm rot="10800000">
            <a:off x="-5" y="0"/>
            <a:ext cx="12192001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983A814-B398-CD5A-D970-1F58CA4000D2}"/>
              </a:ext>
            </a:extLst>
          </p:cNvPr>
          <p:cNvSpPr/>
          <p:nvPr/>
        </p:nvSpPr>
        <p:spPr>
          <a:xfrm>
            <a:off x="431799" y="977900"/>
            <a:ext cx="11328401" cy="4769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B750D0-4D13-F8C9-D9AD-0FC16C6B9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520"/>
            <a:ext cx="10515600" cy="5445443"/>
          </a:xfrm>
        </p:spPr>
        <p:txBody>
          <a:bodyPr/>
          <a:lstStyle/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dirty="0">
                <a:latin typeface="Georgia" panose="02040502050405020303" pitchFamily="18" charset="0"/>
              </a:rPr>
              <a:t>	Задача приложения – составить план питания пользователю: студенту или человеку, живущему одному.</a:t>
            </a:r>
          </a:p>
          <a:p>
            <a:pPr marL="0" indent="0">
              <a:buNone/>
            </a:pPr>
            <a:r>
              <a:rPr lang="ru-RU" dirty="0">
                <a:latin typeface="Georgia" panose="02040502050405020303" pitchFamily="18" charset="0"/>
              </a:rPr>
              <a:t>	Приложение учитывает следующие факторы: рост, вес, бюджет, подсчет КБЖУ, составление блюд, подбор продуктов. Данные факторы помогают составить план питания под конкретного пользователя.</a:t>
            </a:r>
          </a:p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  <a:p>
            <a:pPr marL="0" indent="0" algn="r">
              <a:buNone/>
            </a:pPr>
            <a:r>
              <a:rPr lang="ru-RU" sz="2400" dirty="0">
                <a:latin typeface="Georgia" panose="02040502050405020303" pitchFamily="18" charset="0"/>
              </a:rPr>
              <a:t>Карпов Роман, </a:t>
            </a:r>
            <a:r>
              <a:rPr lang="en-US" sz="2400" dirty="0">
                <a:latin typeface="Georgia" panose="02040502050405020303" pitchFamily="18" charset="0"/>
              </a:rPr>
              <a:t>Delivery</a:t>
            </a:r>
            <a:endParaRPr lang="ru-RU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67250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0DAB-17B9-1621-4FE0-B5DE0A61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B8CA10-273E-111F-8A51-6C1FCCC6D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5" t="15625" b="4879"/>
          <a:stretch>
            <a:fillRect/>
          </a:stretch>
        </p:blipFill>
        <p:spPr>
          <a:xfrm rot="10800000">
            <a:off x="-5" y="0"/>
            <a:ext cx="12192001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293F69-652A-4603-B7F4-35570BFF1BAC}"/>
              </a:ext>
            </a:extLst>
          </p:cNvPr>
          <p:cNvSpPr/>
          <p:nvPr/>
        </p:nvSpPr>
        <p:spPr>
          <a:xfrm>
            <a:off x="431799" y="391886"/>
            <a:ext cx="11328401" cy="5907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CE1A2-9F90-3DD6-74FF-F86113D8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520"/>
            <a:ext cx="10515600" cy="57345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Georgia" panose="02040502050405020303" pitchFamily="18" charset="0"/>
              </a:rPr>
              <a:t>	Проект направлен на помощь студентам и молодым специалистам в планировании питания с учётом их бюджета, целей по КБЖУ, предпочтений и продуктов, которые уже есть дома. Основная сложность заключается в том, чтобы одновременно соблюсти все ограничения, составить разнообразное меню и минимизировать пищевые отходы.</a:t>
            </a:r>
            <a:endParaRPr lang="en-US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dirty="0">
                <a:latin typeface="Georgia" panose="02040502050405020303" pitchFamily="18" charset="0"/>
              </a:rPr>
              <a:t>	Важно проверить, что приложение корректно учитывает все заданные пользователем ограничения: бюджет, КБЖУ, аллергии, предпочтения и имеющиеся продукты. Также необходимо тестировать корректность пересчёта меню и списка покупок при изменениях, генерацию рецептов и соблюдение требований по времени и успешности запросов.</a:t>
            </a:r>
            <a:endParaRPr lang="en-US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  <a:p>
            <a:pPr marL="0" indent="0" algn="r">
              <a:buNone/>
            </a:pPr>
            <a:r>
              <a:rPr lang="ru-RU" sz="2600" dirty="0">
                <a:latin typeface="Georgia" panose="02040502050405020303" pitchFamily="18" charset="0"/>
              </a:rPr>
              <a:t>Карпова</a:t>
            </a:r>
            <a:r>
              <a:rPr lang="en-US" sz="2600" dirty="0">
                <a:latin typeface="Georgia" panose="02040502050405020303" pitchFamily="18" charset="0"/>
              </a:rPr>
              <a:t> </a:t>
            </a:r>
            <a:r>
              <a:rPr lang="ru-RU" sz="2600" dirty="0">
                <a:latin typeface="Georgia" panose="02040502050405020303" pitchFamily="18" charset="0"/>
              </a:rPr>
              <a:t>Мария, </a:t>
            </a:r>
            <a:r>
              <a:rPr lang="en-US" sz="2600" dirty="0">
                <a:latin typeface="Georgia" panose="02040502050405020303" pitchFamily="18" charset="0"/>
              </a:rPr>
              <a:t>Quality &amp; Safety</a:t>
            </a:r>
          </a:p>
          <a:p>
            <a:endParaRPr lang="ru-RU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5444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326</Words>
  <Application>Microsoft Office PowerPoint</Application>
  <PresentationFormat>Широкоэкранный</PresentationFormat>
  <Paragraphs>24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Franklin Gothic Medium</vt:lpstr>
      <vt:lpstr>Georgia</vt:lpstr>
      <vt:lpstr>Тема Office</vt:lpstr>
      <vt:lpstr>Планировщик питания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Sofya Medvedeva</dc:creator>
  <cp:lastModifiedBy>Sofya Medvedeva</cp:lastModifiedBy>
  <cp:revision>42</cp:revision>
  <dcterms:created xsi:type="dcterms:W3CDTF">2026-09-15T10:28:35Z</dcterms:created>
  <dcterms:modified xsi:type="dcterms:W3CDTF">2026-09-15T15:58:12Z</dcterms:modified>
</cp:coreProperties>
</file>